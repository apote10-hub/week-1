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99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73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4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80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6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3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5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870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61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9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316" y="575920"/>
            <a:ext cx="6571343" cy="1049235"/>
          </a:xfrm>
        </p:spPr>
        <p:txBody>
          <a:bodyPr>
            <a:normAutofit fontScale="90000"/>
          </a:bodyPr>
          <a:lstStyle/>
          <a:p>
            <a:r>
              <a:rPr dirty="0"/>
              <a:t>Heart Disease Prediction</a:t>
            </a:r>
          </a:p>
          <a:p>
            <a:r>
              <a:rPr dirty="0"/>
              <a:t>Model Selection &amp; Feature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975" y="2015733"/>
            <a:ext cx="6690859" cy="2937267"/>
          </a:xfrm>
        </p:spPr>
        <p:txBody>
          <a:bodyPr/>
          <a:lstStyle/>
          <a:p>
            <a:r>
              <a:rPr dirty="0"/>
              <a:t>Course: Data Analytics</a:t>
            </a:r>
          </a:p>
          <a:p>
            <a:pPr lvl="1"/>
            <a:r>
              <a:rPr dirty="0"/>
              <a:t>Topic: Model Justification &amp; Feature Selection</a:t>
            </a:r>
          </a:p>
          <a:p>
            <a:pPr lvl="1"/>
            <a:r>
              <a:rPr dirty="0"/>
              <a:t>Dataset: Heart Disease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whether a patient has heart disease (Binary Outcome: 0/1).</a:t>
            </a:r>
          </a:p>
          <a:p>
            <a:pPr lvl="1"/>
            <a:r>
              <a:t>Target Variable: target</a:t>
            </a:r>
          </a:p>
          <a:p>
            <a:pPr lvl="1"/>
            <a:r>
              <a:t>Goal: Identify significant predictors and build classification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variable is binary (0 = No disease, 1 = Disease).</a:t>
            </a:r>
          </a:p>
          <a:p>
            <a:pPr lvl="1"/>
            <a:r>
              <a:t>Regression (Linear) not suitable for binary output.</a:t>
            </a:r>
          </a:p>
          <a:p>
            <a:pPr lvl="1"/>
            <a:r>
              <a:t>ANOVA suitable for group mean comparison only.</a:t>
            </a:r>
          </a:p>
          <a:p>
            <a:pPr lvl="1"/>
            <a:r>
              <a:t>Logistic Regression is appropriate for binary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Logistic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probability of heart disease.</a:t>
            </a:r>
          </a:p>
          <a:p>
            <a:pPr lvl="1"/>
            <a:r>
              <a:t>Outputs values between 0 and 1.</a:t>
            </a:r>
          </a:p>
          <a:p>
            <a:pPr lvl="1"/>
            <a:r>
              <a:t>Interpretable coefficients (odds ratios).</a:t>
            </a:r>
          </a:p>
          <a:p>
            <a:pPr lvl="1"/>
            <a:r>
              <a:t>Suitable for medical risk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 analysis to identify strong relationships.</a:t>
            </a:r>
          </a:p>
          <a:p>
            <a:pPr lvl="1"/>
            <a:r>
              <a:t>Statistical significance (p-values).</a:t>
            </a:r>
          </a:p>
          <a:p>
            <a:pPr lvl="1"/>
            <a:r>
              <a:t>Remove irrelevant or redundant variables.</a:t>
            </a:r>
          </a:p>
          <a:p>
            <a:pPr lvl="1"/>
            <a:r>
              <a:t>Focus on clinically meaningful predictors.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</a:t>
            </a:r>
          </a:p>
          <a:p>
            <a:pPr lvl="1"/>
            <a:r>
              <a:t>Chest Pain Type (cp)</a:t>
            </a:r>
          </a:p>
          <a:p>
            <a:pPr lvl="1"/>
            <a:r>
              <a:t>Maximum Heart Rate (thalach)</a:t>
            </a:r>
          </a:p>
          <a:p>
            <a:pPr lvl="1"/>
            <a:r>
              <a:t>Exercise Induced Angina (exang)</a:t>
            </a:r>
          </a:p>
          <a:p>
            <a:pPr lvl="1"/>
            <a:r>
              <a:t>Cholesterol (chol)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H0: Clinical features have no significant effect on heart disease.</a:t>
            </a:r>
          </a:p>
          <a:p>
            <a:pPr lvl="1"/>
            <a:r>
              <a:rPr dirty="0"/>
              <a:t>H1: At least one clinical feature significantly predicts heart disease.</a:t>
            </a:r>
          </a:p>
          <a:p>
            <a:pPr lvl="1"/>
            <a:r>
              <a:rPr dirty="0"/>
              <a:t>Tested using logistic regression significance (p-values).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significant predictors of heart disease.</a:t>
            </a:r>
          </a:p>
          <a:p>
            <a:pPr lvl="1"/>
            <a:r>
              <a:t>Evaluate model accuracy and performance.</a:t>
            </a:r>
          </a:p>
          <a:p>
            <a:pPr lvl="1"/>
            <a:r>
              <a:t>Provide data-driven insights for medical risk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233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Heart Disease Prediction Model Selection &amp; Feature Analysis</vt:lpstr>
      <vt:lpstr>Problem Statement</vt:lpstr>
      <vt:lpstr>Model Selection</vt:lpstr>
      <vt:lpstr>Why Logistic Regression?</vt:lpstr>
      <vt:lpstr>Feature Selection Method</vt:lpstr>
      <vt:lpstr>Selected Key Features</vt:lpstr>
      <vt:lpstr>Hypotheses</vt:lpstr>
      <vt:lpstr>Expected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Model Selection &amp; Feature Analysis</dc:title>
  <dc:subject/>
  <dc:creator>user</dc:creator>
  <cp:keywords/>
  <dc:description>generated using python-pptx</dc:description>
  <cp:lastModifiedBy>Sagal Chand</cp:lastModifiedBy>
  <cp:revision>2</cp:revision>
  <dcterms:created xsi:type="dcterms:W3CDTF">2013-01-27T09:14:16Z</dcterms:created>
  <dcterms:modified xsi:type="dcterms:W3CDTF">2026-02-23T01:43:34Z</dcterms:modified>
  <cp:category/>
</cp:coreProperties>
</file>